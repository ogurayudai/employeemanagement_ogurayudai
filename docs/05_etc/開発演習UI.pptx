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2" autoAdjust="0"/>
    <p:restoredTop sz="94660"/>
  </p:normalViewPr>
  <p:slideViewPr>
    <p:cSldViewPr snapToGrid="0">
      <p:cViewPr varScale="1">
        <p:scale>
          <a:sx n="31" d="100"/>
          <a:sy n="31" d="100"/>
        </p:scale>
        <p:origin x="55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081D05-BC53-1524-C3A3-41E921331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F3BC4D-1DC2-B152-8467-24396859C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B3591D-A7C0-5CF7-9DBB-6985CAB9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073895-FA84-A337-3952-99173820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AECAA9-38A5-C8DC-20D1-D3F9C992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56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D4B2D2-2274-EA92-B17A-1104B6B6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3FFF1A-0703-84A9-AFD3-A04278F67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A06AE2-A55D-D6FF-239A-050B5AE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1C0C3B-0F69-6ECD-F08E-FD2A3879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FC09BD-8212-D3F0-6EA2-F6C8412E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06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845D1-3C19-2885-8D0C-8E2C7B0F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18B5E0-9D7F-990B-D641-417EC573F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4464FF-1731-FA5E-8DAA-E17B4299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81F1F-93F1-FED9-D792-7ACE54ED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B8FF4F-311E-8F8A-D0B9-9E676D87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952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8C09A-7491-2EE4-25AD-36AA2239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F99010-BFFC-7240-64FD-E9DDEC212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17A3D4-14E8-85CE-43A8-B1BC53E5E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C35FF2-E67C-D19D-0180-EFA50F72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6C8F8C-6FDC-2F27-BC1F-A7358DE9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3FA186-DABC-61D3-115A-34D04176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93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DD5612-F31E-1EC2-1040-E08A230E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616E6B-C852-08D0-CCD7-E4A1AAFB0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AC1356-D103-300B-2FAE-6C38BFF67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CAA805-CD05-1BB7-21A2-20A2B35A9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E125E2-FAC5-163F-8609-E3A8BFFD1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A80B61-BD14-0B15-5376-5F416EC9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04788F-B26A-DBD1-AEB1-BD9ABAE9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02C331-0458-4E7C-296C-7588D63A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77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71570-915C-59B2-E29F-BAA17D76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DCF3B0-F1A1-A6ED-5331-75CCA759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971F317-C942-2942-6867-1B5A1F15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7985D2-E491-8245-0E25-4F130554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36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3DFAE8-48EB-D901-AC38-39956808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A5D744B-4E12-1FEB-BCF5-CB6A28D2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B09C37-EDA2-79D5-BC58-6FC2F47A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14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52B4B-103E-B715-6CBA-5794687F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3A8100-ED47-89CB-C50B-E10827276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594BF7-4A9A-0FCC-D3E9-214AA6A81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73017F-F2EE-73B6-AAD9-4F2B250C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B3580D-62A3-FCFD-B8E2-046ACB54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2F574E-E9E7-1FBD-2212-2942A88C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99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A4A3F-D3AC-72C1-7DF5-1966466B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DA2F1B5-9001-1022-55C6-725911F99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ACB2C0-716E-BFC7-53BF-6AFF6C83F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B955F1-C56B-8350-E1DC-EBE8EA3A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8344D2-8684-F695-CEF0-4641896C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33AF3B-951C-E16E-6B2F-50029D52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59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A396E-37BF-9854-542C-E462303C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00F361-03CC-CEAF-EB6A-81380C6FD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557304-7E50-8A1C-8A33-B7423541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DF673D-3E9E-4FD9-1848-8450D5C7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36F3FF-8DB2-B51A-5F19-9E894303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92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EDC11B-4D65-AFC6-4E31-A90E72ACF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A757A1-3D76-1DF4-4B0E-C771EE48F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8DE064-92E6-D127-928A-D7629B4E2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EC155D-DED6-770F-F37E-29448068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5E5FD0-071D-C9D5-9CCA-21D6F295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864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2F70D79-F058-AB11-BD75-CF30DAC3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979DF0-DE4E-3D2A-2E12-18979C0F5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EFE82E-34CB-ACE1-BDF0-513C5CCB0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E38C0-98CC-4BA2-BDDA-D960A24FB12C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D9A394-822D-E5B1-8928-7DD1D93CD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B58F3A-9CD2-E4C3-4B29-60B37F670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17BC8-FF5D-4D23-BD89-BA80428B4F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420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164324-8FEB-437D-BD1F-08BBC4F73BDB}"/>
              </a:ext>
            </a:extLst>
          </p:cNvPr>
          <p:cNvSpPr txBox="1"/>
          <p:nvPr/>
        </p:nvSpPr>
        <p:spPr>
          <a:xfrm>
            <a:off x="1236372" y="1803042"/>
            <a:ext cx="100068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dirty="0"/>
              <a:t>社員情報管理システム</a:t>
            </a:r>
            <a:endParaRPr kumimoji="1" lang="ja-JP" altLang="en-US" sz="66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04CD035-DC04-A214-091A-4E10D0287F19}"/>
              </a:ext>
            </a:extLst>
          </p:cNvPr>
          <p:cNvSpPr/>
          <p:nvPr/>
        </p:nvSpPr>
        <p:spPr>
          <a:xfrm>
            <a:off x="4945487" y="3773510"/>
            <a:ext cx="4159876" cy="579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入力欄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5581CF3-266C-9AF2-066D-47FCFBADD642}"/>
              </a:ext>
            </a:extLst>
          </p:cNvPr>
          <p:cNvSpPr/>
          <p:nvPr/>
        </p:nvSpPr>
        <p:spPr>
          <a:xfrm>
            <a:off x="4945487" y="4635982"/>
            <a:ext cx="4159876" cy="579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B8D321-7C1F-1A66-F36C-724477C3A0B3}"/>
              </a:ext>
            </a:extLst>
          </p:cNvPr>
          <p:cNvSpPr txBox="1"/>
          <p:nvPr/>
        </p:nvSpPr>
        <p:spPr>
          <a:xfrm>
            <a:off x="1674253" y="3946963"/>
            <a:ext cx="316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ログイン</a:t>
            </a:r>
            <a:r>
              <a:rPr kumimoji="1" lang="en-US" altLang="ja-JP" dirty="0"/>
              <a:t>ID(</a:t>
            </a:r>
            <a:r>
              <a:rPr kumimoji="1" lang="ja-JP" altLang="en-US" dirty="0"/>
              <a:t>メールアドレス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E72876-67D6-5FF6-B1A9-0B3719B6EC37}"/>
              </a:ext>
            </a:extLst>
          </p:cNvPr>
          <p:cNvSpPr txBox="1"/>
          <p:nvPr/>
        </p:nvSpPr>
        <p:spPr>
          <a:xfrm>
            <a:off x="1674252" y="4741090"/>
            <a:ext cx="316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パスワード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482801A-DDA3-77F2-C946-525B1351B4CC}"/>
              </a:ext>
            </a:extLst>
          </p:cNvPr>
          <p:cNvSpPr txBox="1"/>
          <p:nvPr/>
        </p:nvSpPr>
        <p:spPr>
          <a:xfrm>
            <a:off x="4945487" y="6089851"/>
            <a:ext cx="642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エラー：ログイン</a:t>
            </a:r>
            <a:r>
              <a:rPr kumimoji="1" lang="en-US" altLang="ja-JP" dirty="0">
                <a:solidFill>
                  <a:srgbClr val="FF0000"/>
                </a:solidFill>
              </a:rPr>
              <a:t>ID</a:t>
            </a:r>
            <a:r>
              <a:rPr kumimoji="1" lang="ja-JP" altLang="en-US" dirty="0">
                <a:solidFill>
                  <a:srgbClr val="FF0000"/>
                </a:solidFill>
              </a:rPr>
              <a:t>、もしくはパスワードが間違っています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C85FBA0-99BB-94A8-212F-598C3B99A2F0}"/>
              </a:ext>
            </a:extLst>
          </p:cNvPr>
          <p:cNvSpPr/>
          <p:nvPr/>
        </p:nvSpPr>
        <p:spPr>
          <a:xfrm>
            <a:off x="5980396" y="5498454"/>
            <a:ext cx="2090057" cy="49314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ログイン</a:t>
            </a:r>
          </a:p>
        </p:txBody>
      </p:sp>
    </p:spTree>
    <p:extLst>
      <p:ext uri="{BB962C8B-B14F-4D97-AF65-F5344CB8AC3E}">
        <p14:creationId xmlns:p14="http://schemas.microsoft.com/office/powerpoint/2010/main" val="170446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AF9CD1-7D20-0FDD-9848-E8A0144F17DE}"/>
              </a:ext>
            </a:extLst>
          </p:cNvPr>
          <p:cNvSpPr/>
          <p:nvPr/>
        </p:nvSpPr>
        <p:spPr>
          <a:xfrm>
            <a:off x="0" y="0"/>
            <a:ext cx="12192000" cy="1285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dirty="0"/>
              <a:t>社員情報管理システムへようこそ</a:t>
            </a:r>
            <a:r>
              <a:rPr kumimoji="1" lang="en-US" altLang="ja-JP" sz="4000" dirty="0"/>
              <a:t>OOOO</a:t>
            </a:r>
            <a:r>
              <a:rPr kumimoji="1" lang="ja-JP" altLang="en-US" sz="4000" dirty="0"/>
              <a:t>さん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6D36EB-9E7C-AED5-3842-71CCD07906F9}"/>
              </a:ext>
            </a:extLst>
          </p:cNvPr>
          <p:cNvSpPr/>
          <p:nvPr/>
        </p:nvSpPr>
        <p:spPr>
          <a:xfrm>
            <a:off x="0" y="1285461"/>
            <a:ext cx="2981739" cy="15372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社員一覧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B73D1F8-CF1A-C4DC-22A0-6CF26996D9E1}"/>
              </a:ext>
            </a:extLst>
          </p:cNvPr>
          <p:cNvSpPr/>
          <p:nvPr/>
        </p:nvSpPr>
        <p:spPr>
          <a:xfrm>
            <a:off x="3650973" y="1285461"/>
            <a:ext cx="2981739" cy="15372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部門一覧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C2AAA3-F5C1-FC9A-7F9F-75F6B3BFD43C}"/>
              </a:ext>
            </a:extLst>
          </p:cNvPr>
          <p:cNvSpPr/>
          <p:nvPr/>
        </p:nvSpPr>
        <p:spPr>
          <a:xfrm>
            <a:off x="0" y="3690731"/>
            <a:ext cx="2067339" cy="834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ログアウト</a:t>
            </a:r>
          </a:p>
        </p:txBody>
      </p:sp>
    </p:spTree>
    <p:extLst>
      <p:ext uri="{BB962C8B-B14F-4D97-AF65-F5344CB8AC3E}">
        <p14:creationId xmlns:p14="http://schemas.microsoft.com/office/powerpoint/2010/main" val="422480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9F552D3-AE5B-C039-D6E8-A9ECF2AEA90B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社員一覧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F4613EC-A645-444E-D834-8D6705B89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83811"/>
              </p:ext>
            </p:extLst>
          </p:nvPr>
        </p:nvGraphicFramePr>
        <p:xfrm>
          <a:off x="-2" y="2111144"/>
          <a:ext cx="1219200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82">
                  <a:extLst>
                    <a:ext uri="{9D8B030D-6E8A-4147-A177-3AD203B41FA5}">
                      <a16:colId xmlns:a16="http://schemas.microsoft.com/office/drawing/2014/main" val="1471157768"/>
                    </a:ext>
                  </a:extLst>
                </a:gridCol>
                <a:gridCol w="1570174">
                  <a:extLst>
                    <a:ext uri="{9D8B030D-6E8A-4147-A177-3AD203B41FA5}">
                      <a16:colId xmlns:a16="http://schemas.microsoft.com/office/drawing/2014/main" val="3093082242"/>
                    </a:ext>
                  </a:extLst>
                </a:gridCol>
                <a:gridCol w="2482367">
                  <a:extLst>
                    <a:ext uri="{9D8B030D-6E8A-4147-A177-3AD203B41FA5}">
                      <a16:colId xmlns:a16="http://schemas.microsoft.com/office/drawing/2014/main" val="3430081008"/>
                    </a:ext>
                  </a:extLst>
                </a:gridCol>
                <a:gridCol w="1117004">
                  <a:extLst>
                    <a:ext uri="{9D8B030D-6E8A-4147-A177-3AD203B41FA5}">
                      <a16:colId xmlns:a16="http://schemas.microsoft.com/office/drawing/2014/main" val="1697706476"/>
                    </a:ext>
                  </a:extLst>
                </a:gridCol>
                <a:gridCol w="2100256">
                  <a:extLst>
                    <a:ext uri="{9D8B030D-6E8A-4147-A177-3AD203B41FA5}">
                      <a16:colId xmlns:a16="http://schemas.microsoft.com/office/drawing/2014/main" val="1592009703"/>
                    </a:ext>
                  </a:extLst>
                </a:gridCol>
                <a:gridCol w="1778459">
                  <a:extLst>
                    <a:ext uri="{9D8B030D-6E8A-4147-A177-3AD203B41FA5}">
                      <a16:colId xmlns:a16="http://schemas.microsoft.com/office/drawing/2014/main" val="801096526"/>
                    </a:ext>
                  </a:extLst>
                </a:gridCol>
                <a:gridCol w="1778459">
                  <a:extLst>
                    <a:ext uri="{9D8B030D-6E8A-4147-A177-3AD203B41FA5}">
                      <a16:colId xmlns:a16="http://schemas.microsoft.com/office/drawing/2014/main" val="3340517111"/>
                    </a:ext>
                  </a:extLst>
                </a:gridCol>
              </a:tblGrid>
              <a:tr h="4694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ふりがな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メール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生年月日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性別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073275"/>
                  </a:ext>
                </a:extLst>
              </a:tr>
              <a:tr h="4694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200801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寺門ジモン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てらかどじもん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Jimon-t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@gmail.com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1962/11/25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503652"/>
                  </a:ext>
                </a:extLst>
              </a:tr>
              <a:tr h="4694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200802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津田篤宏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つだあつひろ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Goigoisu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@gmail.com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1976/05/27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370964"/>
                  </a:ext>
                </a:extLst>
              </a:tr>
              <a:tr h="4694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201204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尾形貴弘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おがたたかひろ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Sendai-o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@gmail.com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1977/04/27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55006"/>
                  </a:ext>
                </a:extLst>
              </a:tr>
              <a:tr h="4694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201502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安藤なつ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あんどうなつ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Redlove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@gmail.com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1981/01/31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20900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F9C70D-4056-19D7-047C-02D075B84D4C}"/>
              </a:ext>
            </a:extLst>
          </p:cNvPr>
          <p:cNvSpPr txBox="1"/>
          <p:nvPr/>
        </p:nvSpPr>
        <p:spPr>
          <a:xfrm>
            <a:off x="212035" y="58177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編集</a:t>
            </a:r>
            <a:endParaRPr kumimoji="1" lang="ja-JP" altLang="en-US" sz="28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D3663C5-13AD-E0DE-81C8-B293BC97A7B8}"/>
              </a:ext>
            </a:extLst>
          </p:cNvPr>
          <p:cNvSpPr/>
          <p:nvPr/>
        </p:nvSpPr>
        <p:spPr>
          <a:xfrm>
            <a:off x="1550504" y="5751443"/>
            <a:ext cx="1510748" cy="583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更新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E1E6D7A-428C-1795-9416-4C4365AB201B}"/>
              </a:ext>
            </a:extLst>
          </p:cNvPr>
          <p:cNvSpPr/>
          <p:nvPr/>
        </p:nvSpPr>
        <p:spPr>
          <a:xfrm>
            <a:off x="3200400" y="5757828"/>
            <a:ext cx="1510748" cy="583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886581F-8BAC-C886-6F02-326FF6C6FB9C}"/>
              </a:ext>
            </a:extLst>
          </p:cNvPr>
          <p:cNvSpPr/>
          <p:nvPr/>
        </p:nvSpPr>
        <p:spPr>
          <a:xfrm>
            <a:off x="4850296" y="5751443"/>
            <a:ext cx="1510748" cy="583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286696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6455-FF83-1AA2-C7FD-3C3398C7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E015BAF-BACA-26D3-513E-146A3AF1E21E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社員更新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753656-94FE-8A7F-F355-4F8A00C86566}"/>
              </a:ext>
            </a:extLst>
          </p:cNvPr>
          <p:cNvSpPr txBox="1"/>
          <p:nvPr/>
        </p:nvSpPr>
        <p:spPr>
          <a:xfrm>
            <a:off x="0" y="1654629"/>
            <a:ext cx="537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情報更新をする社員番号を入力してください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FBA1AF2-FD58-C813-CAEA-E8C0FDC855CB}"/>
              </a:ext>
            </a:extLst>
          </p:cNvPr>
          <p:cNvSpPr/>
          <p:nvPr/>
        </p:nvSpPr>
        <p:spPr>
          <a:xfrm>
            <a:off x="116114" y="2119086"/>
            <a:ext cx="1654629" cy="478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入力欄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901DBA7-0564-AA72-8BB8-87ED4EE8124D}"/>
              </a:ext>
            </a:extLst>
          </p:cNvPr>
          <p:cNvSpPr/>
          <p:nvPr/>
        </p:nvSpPr>
        <p:spPr>
          <a:xfrm>
            <a:off x="2133600" y="2119086"/>
            <a:ext cx="829071" cy="47897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A0DBA045-2AF9-2D11-202D-71A26F7A4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646269"/>
              </p:ext>
            </p:extLst>
          </p:nvPr>
        </p:nvGraphicFramePr>
        <p:xfrm>
          <a:off x="-3" y="3043766"/>
          <a:ext cx="1219200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053">
                  <a:extLst>
                    <a:ext uri="{9D8B030D-6E8A-4147-A177-3AD203B41FA5}">
                      <a16:colId xmlns:a16="http://schemas.microsoft.com/office/drawing/2014/main" val="2863403981"/>
                    </a:ext>
                  </a:extLst>
                </a:gridCol>
                <a:gridCol w="1474682">
                  <a:extLst>
                    <a:ext uri="{9D8B030D-6E8A-4147-A177-3AD203B41FA5}">
                      <a16:colId xmlns:a16="http://schemas.microsoft.com/office/drawing/2014/main" val="3479532219"/>
                    </a:ext>
                  </a:extLst>
                </a:gridCol>
                <a:gridCol w="1741000">
                  <a:extLst>
                    <a:ext uri="{9D8B030D-6E8A-4147-A177-3AD203B41FA5}">
                      <a16:colId xmlns:a16="http://schemas.microsoft.com/office/drawing/2014/main" val="758281391"/>
                    </a:ext>
                  </a:extLst>
                </a:gridCol>
                <a:gridCol w="1785411">
                  <a:extLst>
                    <a:ext uri="{9D8B030D-6E8A-4147-A177-3AD203B41FA5}">
                      <a16:colId xmlns:a16="http://schemas.microsoft.com/office/drawing/2014/main" val="3983642831"/>
                    </a:ext>
                  </a:extLst>
                </a:gridCol>
                <a:gridCol w="1206696">
                  <a:extLst>
                    <a:ext uri="{9D8B030D-6E8A-4147-A177-3AD203B41FA5}">
                      <a16:colId xmlns:a16="http://schemas.microsoft.com/office/drawing/2014/main" val="566366334"/>
                    </a:ext>
                  </a:extLst>
                </a:gridCol>
                <a:gridCol w="1655005">
                  <a:extLst>
                    <a:ext uri="{9D8B030D-6E8A-4147-A177-3AD203B41FA5}">
                      <a16:colId xmlns:a16="http://schemas.microsoft.com/office/drawing/2014/main" val="1046265273"/>
                    </a:ext>
                  </a:extLst>
                </a:gridCol>
                <a:gridCol w="1802781">
                  <a:extLst>
                    <a:ext uri="{9D8B030D-6E8A-4147-A177-3AD203B41FA5}">
                      <a16:colId xmlns:a16="http://schemas.microsoft.com/office/drawing/2014/main" val="1854164802"/>
                    </a:ext>
                  </a:extLst>
                </a:gridCol>
                <a:gridCol w="1030374">
                  <a:extLst>
                    <a:ext uri="{9D8B030D-6E8A-4147-A177-3AD203B41FA5}">
                      <a16:colId xmlns:a16="http://schemas.microsoft.com/office/drawing/2014/main" val="1606011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ふりがな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メール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生年月日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性別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4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既存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200802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津田篤宏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つだあつひろ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Goigoisu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@gmail.com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1976/05/27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289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更新後</a:t>
                      </a:r>
                      <a:br>
                        <a:rPr kumimoji="1" lang="en-US" altLang="ja-JP" dirty="0"/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57325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5ED7C2C-9148-CCA1-6554-D8DDE55ACDB5}"/>
              </a:ext>
            </a:extLst>
          </p:cNvPr>
          <p:cNvSpPr/>
          <p:nvPr/>
        </p:nvSpPr>
        <p:spPr>
          <a:xfrm>
            <a:off x="116114" y="5041900"/>
            <a:ext cx="1877786" cy="482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全てコピー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1946DB5-7C40-A31F-E9F2-7B52B1D14EF7}"/>
              </a:ext>
            </a:extLst>
          </p:cNvPr>
          <p:cNvSpPr/>
          <p:nvPr/>
        </p:nvSpPr>
        <p:spPr>
          <a:xfrm>
            <a:off x="8318500" y="5041900"/>
            <a:ext cx="2413000" cy="482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A38E720-9101-C29B-9699-2A17B312BCF1}"/>
              </a:ext>
            </a:extLst>
          </p:cNvPr>
          <p:cNvSpPr txBox="1"/>
          <p:nvPr/>
        </p:nvSpPr>
        <p:spPr>
          <a:xfrm>
            <a:off x="6467356" y="5714571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エラー：入力された社員番号は既に使用されています。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エラー：すべての情報を入力してください。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06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C71B-019D-FE8F-1432-BA6E0CD3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0F18923-982A-3F29-D87A-CE3B460479D3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社員追加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65B5876-A359-DBF2-57B8-83624ADDB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05149"/>
              </p:ext>
            </p:extLst>
          </p:nvPr>
        </p:nvGraphicFramePr>
        <p:xfrm>
          <a:off x="0" y="2449740"/>
          <a:ext cx="1117600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86516972"/>
                    </a:ext>
                  </a:extLst>
                </a:gridCol>
                <a:gridCol w="1335314">
                  <a:extLst>
                    <a:ext uri="{9D8B030D-6E8A-4147-A177-3AD203B41FA5}">
                      <a16:colId xmlns:a16="http://schemas.microsoft.com/office/drawing/2014/main" val="1176044058"/>
                    </a:ext>
                  </a:extLst>
                </a:gridCol>
                <a:gridCol w="1441753">
                  <a:extLst>
                    <a:ext uri="{9D8B030D-6E8A-4147-A177-3AD203B41FA5}">
                      <a16:colId xmlns:a16="http://schemas.microsoft.com/office/drawing/2014/main" val="1799717746"/>
                    </a:ext>
                  </a:extLst>
                </a:gridCol>
                <a:gridCol w="1616679">
                  <a:extLst>
                    <a:ext uri="{9D8B030D-6E8A-4147-A177-3AD203B41FA5}">
                      <a16:colId xmlns:a16="http://schemas.microsoft.com/office/drawing/2014/main" val="686630544"/>
                    </a:ext>
                  </a:extLst>
                </a:gridCol>
                <a:gridCol w="1092656">
                  <a:extLst>
                    <a:ext uri="{9D8B030D-6E8A-4147-A177-3AD203B41FA5}">
                      <a16:colId xmlns:a16="http://schemas.microsoft.com/office/drawing/2014/main" val="419510165"/>
                    </a:ext>
                  </a:extLst>
                </a:gridCol>
                <a:gridCol w="1498597">
                  <a:extLst>
                    <a:ext uri="{9D8B030D-6E8A-4147-A177-3AD203B41FA5}">
                      <a16:colId xmlns:a16="http://schemas.microsoft.com/office/drawing/2014/main" val="2470696195"/>
                    </a:ext>
                  </a:extLst>
                </a:gridCol>
                <a:gridCol w="1632407">
                  <a:extLst>
                    <a:ext uri="{9D8B030D-6E8A-4147-A177-3AD203B41FA5}">
                      <a16:colId xmlns:a16="http://schemas.microsoft.com/office/drawing/2014/main" val="903132384"/>
                    </a:ext>
                  </a:extLst>
                </a:gridCol>
                <a:gridCol w="932997">
                  <a:extLst>
                    <a:ext uri="{9D8B030D-6E8A-4147-A177-3AD203B41FA5}">
                      <a16:colId xmlns:a16="http://schemas.microsoft.com/office/drawing/2014/main" val="2024376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ふりがな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メール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生年月日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性別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47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追加社員情報</a:t>
                      </a:r>
                      <a:br>
                        <a:rPr kumimoji="1" lang="en-US" altLang="ja-JP" dirty="0"/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654516"/>
                  </a:ext>
                </a:extLst>
              </a:tr>
            </a:tbl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368BF2-9C13-775A-60A5-936BD3B23C42}"/>
              </a:ext>
            </a:extLst>
          </p:cNvPr>
          <p:cNvSpPr/>
          <p:nvPr/>
        </p:nvSpPr>
        <p:spPr>
          <a:xfrm>
            <a:off x="449943" y="4708649"/>
            <a:ext cx="2017486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E66FBE-EE99-E9B2-D863-1D91637D9351}"/>
              </a:ext>
            </a:extLst>
          </p:cNvPr>
          <p:cNvSpPr txBox="1"/>
          <p:nvPr/>
        </p:nvSpPr>
        <p:spPr>
          <a:xfrm>
            <a:off x="449943" y="5569020"/>
            <a:ext cx="6219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エラー：入力された社員番号は既に使用されています。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エラー：すべての情報を入力してください。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0AB858A5-4FCF-8140-3AD4-E1122F4FA919}"/>
              </a:ext>
            </a:extLst>
          </p:cNvPr>
          <p:cNvSpPr/>
          <p:nvPr/>
        </p:nvSpPr>
        <p:spPr>
          <a:xfrm rot="10800000">
            <a:off x="6811618" y="3316356"/>
            <a:ext cx="304800" cy="2252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F140067F-A703-0BD3-1DBF-495BFB5FF814}"/>
              </a:ext>
            </a:extLst>
          </p:cNvPr>
          <p:cNvSpPr/>
          <p:nvPr/>
        </p:nvSpPr>
        <p:spPr>
          <a:xfrm rot="10800000">
            <a:off x="10871203" y="3319669"/>
            <a:ext cx="304800" cy="2252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09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E920F-F0A7-7215-4A49-DF430F82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260B1D-B617-29E5-0F43-E793E3DFD1B2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社員削除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3C18A9-F135-F004-9C6D-9A5080B2460A}"/>
              </a:ext>
            </a:extLst>
          </p:cNvPr>
          <p:cNvSpPr txBox="1"/>
          <p:nvPr/>
        </p:nvSpPr>
        <p:spPr>
          <a:xfrm>
            <a:off x="0" y="1654629"/>
            <a:ext cx="537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情報削除をする社員番号を入力してください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B6F86B-A7AA-1FB9-0AC1-1A79FC84AB1F}"/>
              </a:ext>
            </a:extLst>
          </p:cNvPr>
          <p:cNvSpPr/>
          <p:nvPr/>
        </p:nvSpPr>
        <p:spPr>
          <a:xfrm>
            <a:off x="116114" y="2119086"/>
            <a:ext cx="1654629" cy="478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8FC2179-F57F-18C4-73F6-9DE5681A9005}"/>
              </a:ext>
            </a:extLst>
          </p:cNvPr>
          <p:cNvSpPr/>
          <p:nvPr/>
        </p:nvSpPr>
        <p:spPr>
          <a:xfrm>
            <a:off x="2133600" y="2119086"/>
            <a:ext cx="829071" cy="4789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FF692BA5-D6CF-9116-7C02-B0FBD3178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326922"/>
              </p:ext>
            </p:extLst>
          </p:nvPr>
        </p:nvGraphicFramePr>
        <p:xfrm>
          <a:off x="-4" y="3043766"/>
          <a:ext cx="1219199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247">
                  <a:extLst>
                    <a:ext uri="{9D8B030D-6E8A-4147-A177-3AD203B41FA5}">
                      <a16:colId xmlns:a16="http://schemas.microsoft.com/office/drawing/2014/main" val="504134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79532219"/>
                    </a:ext>
                  </a:extLst>
                </a:gridCol>
                <a:gridCol w="1773523">
                  <a:extLst>
                    <a:ext uri="{9D8B030D-6E8A-4147-A177-3AD203B41FA5}">
                      <a16:colId xmlns:a16="http://schemas.microsoft.com/office/drawing/2014/main" val="758281391"/>
                    </a:ext>
                  </a:extLst>
                </a:gridCol>
                <a:gridCol w="1818763">
                  <a:extLst>
                    <a:ext uri="{9D8B030D-6E8A-4147-A177-3AD203B41FA5}">
                      <a16:colId xmlns:a16="http://schemas.microsoft.com/office/drawing/2014/main" val="3983642831"/>
                    </a:ext>
                  </a:extLst>
                </a:gridCol>
                <a:gridCol w="1229238">
                  <a:extLst>
                    <a:ext uri="{9D8B030D-6E8A-4147-A177-3AD203B41FA5}">
                      <a16:colId xmlns:a16="http://schemas.microsoft.com/office/drawing/2014/main" val="566366334"/>
                    </a:ext>
                  </a:extLst>
                </a:gridCol>
                <a:gridCol w="1685921">
                  <a:extLst>
                    <a:ext uri="{9D8B030D-6E8A-4147-A177-3AD203B41FA5}">
                      <a16:colId xmlns:a16="http://schemas.microsoft.com/office/drawing/2014/main" val="1046265273"/>
                    </a:ext>
                  </a:extLst>
                </a:gridCol>
                <a:gridCol w="1836457">
                  <a:extLst>
                    <a:ext uri="{9D8B030D-6E8A-4147-A177-3AD203B41FA5}">
                      <a16:colId xmlns:a16="http://schemas.microsoft.com/office/drawing/2014/main" val="1854164802"/>
                    </a:ext>
                  </a:extLst>
                </a:gridCol>
                <a:gridCol w="1049621">
                  <a:extLst>
                    <a:ext uri="{9D8B030D-6E8A-4147-A177-3AD203B41FA5}">
                      <a16:colId xmlns:a16="http://schemas.microsoft.com/office/drawing/2014/main" val="1606011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</a:t>
                      </a:r>
                      <a:r>
                        <a:rPr kumimoji="1" lang="en-US" altLang="ja-JP" dirty="0"/>
                        <a:t>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社員番号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氏名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ふりがな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メール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生年月日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性別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4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200802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津田篤宏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つだあつひろ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事務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Goigoisu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@gmail.com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1976/05/27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289010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01557F5-6013-20D0-2153-0BA76E520046}"/>
              </a:ext>
            </a:extLst>
          </p:cNvPr>
          <p:cNvSpPr/>
          <p:nvPr/>
        </p:nvSpPr>
        <p:spPr>
          <a:xfrm>
            <a:off x="-3" y="4861131"/>
            <a:ext cx="2413000" cy="482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削除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35DD00-4694-AD94-A36E-968911213A61}"/>
              </a:ext>
            </a:extLst>
          </p:cNvPr>
          <p:cNvSpPr txBox="1"/>
          <p:nvPr/>
        </p:nvSpPr>
        <p:spPr>
          <a:xfrm>
            <a:off x="-58058" y="5527369"/>
            <a:ext cx="537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警告：</a:t>
            </a:r>
            <a:r>
              <a:rPr kumimoji="1" lang="en-US" altLang="ja-JP" dirty="0">
                <a:solidFill>
                  <a:srgbClr val="FF0000"/>
                </a:solidFill>
              </a:rPr>
              <a:t>”</a:t>
            </a:r>
            <a:r>
              <a:rPr lang="ja-JP" altLang="en-US" dirty="0">
                <a:solidFill>
                  <a:srgbClr val="FF0000"/>
                </a:solidFill>
              </a:rPr>
              <a:t>津田篤宏</a:t>
            </a:r>
            <a:r>
              <a:rPr kumimoji="1" lang="en-US" altLang="ja-JP" dirty="0">
                <a:solidFill>
                  <a:srgbClr val="FF0000"/>
                </a:solidFill>
              </a:rPr>
              <a:t>”</a:t>
            </a:r>
            <a:r>
              <a:rPr kumimoji="1" lang="ja-JP" altLang="en-US" dirty="0">
                <a:solidFill>
                  <a:srgbClr val="FF0000"/>
                </a:solidFill>
              </a:rPr>
              <a:t>さんを本当に消去しますか？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EEDA0FB-7796-0E66-6038-23510F0EE91B}"/>
              </a:ext>
            </a:extLst>
          </p:cNvPr>
          <p:cNvSpPr/>
          <p:nvPr/>
        </p:nvSpPr>
        <p:spPr>
          <a:xfrm>
            <a:off x="116114" y="6110514"/>
            <a:ext cx="1393372" cy="5439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はい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51F307-1980-462E-44E3-89CF481F5697}"/>
              </a:ext>
            </a:extLst>
          </p:cNvPr>
          <p:cNvSpPr/>
          <p:nvPr/>
        </p:nvSpPr>
        <p:spPr>
          <a:xfrm>
            <a:off x="1851449" y="6110514"/>
            <a:ext cx="1393372" cy="5439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いいえ</a:t>
            </a:r>
          </a:p>
        </p:txBody>
      </p:sp>
    </p:spTree>
    <p:extLst>
      <p:ext uri="{BB962C8B-B14F-4D97-AF65-F5344CB8AC3E}">
        <p14:creationId xmlns:p14="http://schemas.microsoft.com/office/powerpoint/2010/main" val="364092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F26C-6B48-592B-E5CB-F6BA189E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FBC189-B039-6DB8-7A73-CEB93A8D5689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/>
              <a:t>部門</a:t>
            </a:r>
            <a:r>
              <a:rPr kumimoji="1" lang="ja-JP" altLang="en-US" sz="4000" dirty="0"/>
              <a:t>一覧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3EAD847-A4E6-5C81-397F-5012B863C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789573"/>
              </p:ext>
            </p:extLst>
          </p:nvPr>
        </p:nvGraphicFramePr>
        <p:xfrm>
          <a:off x="0" y="1880809"/>
          <a:ext cx="53267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786497611"/>
                    </a:ext>
                  </a:extLst>
                </a:gridCol>
                <a:gridCol w="4005944">
                  <a:extLst>
                    <a:ext uri="{9D8B030D-6E8A-4147-A177-3AD203B41FA5}">
                      <a16:colId xmlns:a16="http://schemas.microsoft.com/office/drawing/2014/main" val="2373007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</a:t>
                      </a:r>
                      <a:r>
                        <a:rPr kumimoji="1" lang="en-US" altLang="ja-JP" dirty="0"/>
                        <a:t>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070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営業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58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人事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一般事務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84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経営戦略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026785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2AEDB4-420A-35DF-A06C-263B134B9926}"/>
              </a:ext>
            </a:extLst>
          </p:cNvPr>
          <p:cNvSpPr txBox="1"/>
          <p:nvPr/>
        </p:nvSpPr>
        <p:spPr>
          <a:xfrm>
            <a:off x="0" y="421108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編集</a:t>
            </a:r>
            <a:endParaRPr kumimoji="1" lang="ja-JP" altLang="en-US" sz="28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496CEE3-5D6A-531B-E144-B375C88746E5}"/>
              </a:ext>
            </a:extLst>
          </p:cNvPr>
          <p:cNvSpPr/>
          <p:nvPr/>
        </p:nvSpPr>
        <p:spPr>
          <a:xfrm>
            <a:off x="1338469" y="4144827"/>
            <a:ext cx="1510748" cy="583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更新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3F6180D-E2FE-7B8D-54F0-69FA4A9FF0D4}"/>
              </a:ext>
            </a:extLst>
          </p:cNvPr>
          <p:cNvSpPr/>
          <p:nvPr/>
        </p:nvSpPr>
        <p:spPr>
          <a:xfrm>
            <a:off x="2988365" y="4151212"/>
            <a:ext cx="1510748" cy="583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12E3D56-5033-A1B1-B706-6ABB7B1B9A3D}"/>
              </a:ext>
            </a:extLst>
          </p:cNvPr>
          <p:cNvSpPr/>
          <p:nvPr/>
        </p:nvSpPr>
        <p:spPr>
          <a:xfrm>
            <a:off x="4638261" y="4144827"/>
            <a:ext cx="1510748" cy="5830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削除</a:t>
            </a:r>
          </a:p>
        </p:txBody>
      </p:sp>
    </p:spTree>
    <p:extLst>
      <p:ext uri="{BB962C8B-B14F-4D97-AF65-F5344CB8AC3E}">
        <p14:creationId xmlns:p14="http://schemas.microsoft.com/office/powerpoint/2010/main" val="307229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012C-640C-659F-870A-AB3FCB71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46E8E2-14FA-4A94-8B99-2A2202C6B81F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/>
              <a:t>部門更新</a:t>
            </a:r>
            <a:endParaRPr kumimoji="1" lang="ja-JP" altLang="en-US" sz="4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AB0BB5-AA53-4693-9A79-BCD71D386F52}"/>
              </a:ext>
            </a:extLst>
          </p:cNvPr>
          <p:cNvSpPr txBox="1"/>
          <p:nvPr/>
        </p:nvSpPr>
        <p:spPr>
          <a:xfrm>
            <a:off x="0" y="1654629"/>
            <a:ext cx="537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情報更新をする部門</a:t>
            </a:r>
            <a:r>
              <a:rPr lang="en-US" altLang="ja-JP" dirty="0"/>
              <a:t>ID</a:t>
            </a:r>
            <a:r>
              <a:rPr lang="ja-JP" altLang="en-US" dirty="0"/>
              <a:t>を入力してください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A8CCBD1-DDBB-C0E3-B2BD-F0057175A230}"/>
              </a:ext>
            </a:extLst>
          </p:cNvPr>
          <p:cNvSpPr/>
          <p:nvPr/>
        </p:nvSpPr>
        <p:spPr>
          <a:xfrm>
            <a:off x="116114" y="2119086"/>
            <a:ext cx="1654629" cy="478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1231D03-4D7C-6EC1-736A-301A4E58A415}"/>
              </a:ext>
            </a:extLst>
          </p:cNvPr>
          <p:cNvSpPr/>
          <p:nvPr/>
        </p:nvSpPr>
        <p:spPr>
          <a:xfrm>
            <a:off x="2133600" y="2119086"/>
            <a:ext cx="829071" cy="4789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494E56E-A420-E11B-123C-10AD6EDD7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861138"/>
              </p:ext>
            </p:extLst>
          </p:nvPr>
        </p:nvGraphicFramePr>
        <p:xfrm>
          <a:off x="-3" y="3043766"/>
          <a:ext cx="384220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63403981"/>
                    </a:ext>
                  </a:extLst>
                </a:gridCol>
                <a:gridCol w="1152220">
                  <a:extLst>
                    <a:ext uri="{9D8B030D-6E8A-4147-A177-3AD203B41FA5}">
                      <a16:colId xmlns:a16="http://schemas.microsoft.com/office/drawing/2014/main" val="504134390"/>
                    </a:ext>
                  </a:extLst>
                </a:gridCol>
                <a:gridCol w="1335315">
                  <a:extLst>
                    <a:ext uri="{9D8B030D-6E8A-4147-A177-3AD203B41FA5}">
                      <a16:colId xmlns:a16="http://schemas.microsoft.com/office/drawing/2014/main" val="3479532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</a:t>
                      </a:r>
                      <a:r>
                        <a:rPr kumimoji="1" lang="en-US" altLang="ja-JP" dirty="0"/>
                        <a:t>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4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既存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人事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289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更新後</a:t>
                      </a:r>
                      <a:br>
                        <a:rPr kumimoji="1" lang="en-US" altLang="ja-JP" dirty="0"/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573253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DF16A7-E00E-1782-0A46-C6B658FAAB0A}"/>
              </a:ext>
            </a:extLst>
          </p:cNvPr>
          <p:cNvSpPr/>
          <p:nvPr/>
        </p:nvSpPr>
        <p:spPr>
          <a:xfrm>
            <a:off x="0" y="4962731"/>
            <a:ext cx="2413000" cy="482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621E03-E7CE-EC9D-8033-D5B48CAE1852}"/>
              </a:ext>
            </a:extLst>
          </p:cNvPr>
          <p:cNvSpPr txBox="1"/>
          <p:nvPr/>
        </p:nvSpPr>
        <p:spPr>
          <a:xfrm>
            <a:off x="0" y="5700057"/>
            <a:ext cx="595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エラー：入力された部門</a:t>
            </a:r>
            <a:r>
              <a:rPr kumimoji="1" lang="en-US" altLang="ja-JP" dirty="0">
                <a:solidFill>
                  <a:srgbClr val="FF0000"/>
                </a:solidFill>
              </a:rPr>
              <a:t>ID</a:t>
            </a:r>
            <a:r>
              <a:rPr lang="ja-JP" altLang="en-US" dirty="0">
                <a:solidFill>
                  <a:srgbClr val="FF0000"/>
                </a:solidFill>
              </a:rPr>
              <a:t>は既に使用されています。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エラー：入力された部門名は既に使用されています。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エラー：すべての情報を入力してください。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56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473C-0FC4-82D7-CB89-B2F5DEC2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177C8B7-C05D-A9A0-C973-A0992F094CEA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/>
              <a:t>部門追加</a:t>
            </a:r>
            <a:endParaRPr kumimoji="1" lang="ja-JP" altLang="en-US" sz="40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302F48D8-2AC0-3958-2116-8571E6394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084558"/>
              </p:ext>
            </p:extLst>
          </p:nvPr>
        </p:nvGraphicFramePr>
        <p:xfrm>
          <a:off x="0" y="2449740"/>
          <a:ext cx="2960914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86516972"/>
                    </a:ext>
                  </a:extLst>
                </a:gridCol>
                <a:gridCol w="1335314">
                  <a:extLst>
                    <a:ext uri="{9D8B030D-6E8A-4147-A177-3AD203B41FA5}">
                      <a16:colId xmlns:a16="http://schemas.microsoft.com/office/drawing/2014/main" val="1176044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47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追加部門情報</a:t>
                      </a:r>
                      <a:br>
                        <a:rPr kumimoji="1" lang="en-US" altLang="ja-JP" dirty="0"/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654516"/>
                  </a:ext>
                </a:extLst>
              </a:tr>
            </a:tbl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508615-B771-074E-EE4F-29AF0ADC02E1}"/>
              </a:ext>
            </a:extLst>
          </p:cNvPr>
          <p:cNvSpPr/>
          <p:nvPr/>
        </p:nvSpPr>
        <p:spPr>
          <a:xfrm>
            <a:off x="449943" y="4708649"/>
            <a:ext cx="2017486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追加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3491EA-8347-1599-0ECE-A4A4EF84A393}"/>
              </a:ext>
            </a:extLst>
          </p:cNvPr>
          <p:cNvSpPr txBox="1"/>
          <p:nvPr/>
        </p:nvSpPr>
        <p:spPr>
          <a:xfrm>
            <a:off x="449943" y="5569020"/>
            <a:ext cx="6219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エラー：入力された部門名は既に使用されています。</a:t>
            </a:r>
            <a:br>
              <a:rPr lang="en-US" altLang="ja-JP" dirty="0">
                <a:solidFill>
                  <a:srgbClr val="FF0000"/>
                </a:solidFill>
              </a:rPr>
            </a:br>
            <a:r>
              <a:rPr lang="ja-JP" altLang="en-US" dirty="0">
                <a:solidFill>
                  <a:srgbClr val="FF0000"/>
                </a:solidFill>
              </a:rPr>
              <a:t>エラー：すべての情報を入力してください。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64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0C6E4-75A7-5280-1A76-F76B1A0B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8E6902-8092-90AE-D1A9-D6C16DA67E05}"/>
              </a:ext>
            </a:extLst>
          </p:cNvPr>
          <p:cNvSpPr/>
          <p:nvPr/>
        </p:nvSpPr>
        <p:spPr>
          <a:xfrm>
            <a:off x="0" y="0"/>
            <a:ext cx="12192000" cy="14709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000" dirty="0"/>
              <a:t>部門削除</a:t>
            </a:r>
            <a:endParaRPr kumimoji="1" lang="ja-JP" altLang="en-US" sz="4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4373BE-1107-4F94-572E-58E51985F8D8}"/>
              </a:ext>
            </a:extLst>
          </p:cNvPr>
          <p:cNvSpPr txBox="1"/>
          <p:nvPr/>
        </p:nvSpPr>
        <p:spPr>
          <a:xfrm>
            <a:off x="0" y="1654629"/>
            <a:ext cx="537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情報削除をする部門</a:t>
            </a:r>
            <a:r>
              <a:rPr lang="en-US" altLang="ja-JP" dirty="0"/>
              <a:t>ID</a:t>
            </a:r>
            <a:r>
              <a:rPr lang="ja-JP" altLang="en-US" dirty="0"/>
              <a:t>を入力してください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20DCC0-E039-B6F7-38FD-BCBE19B556A8}"/>
              </a:ext>
            </a:extLst>
          </p:cNvPr>
          <p:cNvSpPr/>
          <p:nvPr/>
        </p:nvSpPr>
        <p:spPr>
          <a:xfrm>
            <a:off x="116114" y="2119086"/>
            <a:ext cx="1654629" cy="478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入力欄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26E1CE-B05D-2B14-B46A-7CD11F7007F1}"/>
              </a:ext>
            </a:extLst>
          </p:cNvPr>
          <p:cNvSpPr/>
          <p:nvPr/>
        </p:nvSpPr>
        <p:spPr>
          <a:xfrm>
            <a:off x="2133600" y="2119086"/>
            <a:ext cx="829071" cy="4789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決定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4CEA9C5-3114-8706-F9C6-34FEE6E40EC7}"/>
              </a:ext>
            </a:extLst>
          </p:cNvPr>
          <p:cNvSpPr/>
          <p:nvPr/>
        </p:nvSpPr>
        <p:spPr>
          <a:xfrm>
            <a:off x="-3" y="4861131"/>
            <a:ext cx="2413000" cy="482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削除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8F4BFF-2255-0A60-A55B-A69B1933C45A}"/>
              </a:ext>
            </a:extLst>
          </p:cNvPr>
          <p:cNvSpPr txBox="1"/>
          <p:nvPr/>
        </p:nvSpPr>
        <p:spPr>
          <a:xfrm>
            <a:off x="-58058" y="5527369"/>
            <a:ext cx="537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警告：</a:t>
            </a:r>
            <a:r>
              <a:rPr kumimoji="1" lang="en-US" altLang="ja-JP" dirty="0">
                <a:solidFill>
                  <a:srgbClr val="FF0000"/>
                </a:solidFill>
              </a:rPr>
              <a:t>”</a:t>
            </a:r>
            <a:r>
              <a:rPr kumimoji="1" lang="ja-JP" altLang="en-US" dirty="0">
                <a:solidFill>
                  <a:srgbClr val="FF0000"/>
                </a:solidFill>
              </a:rPr>
              <a:t>営業</a:t>
            </a:r>
            <a:r>
              <a:rPr kumimoji="1" lang="en-US" altLang="ja-JP" dirty="0">
                <a:solidFill>
                  <a:srgbClr val="FF0000"/>
                </a:solidFill>
              </a:rPr>
              <a:t>”</a:t>
            </a:r>
            <a:r>
              <a:rPr kumimoji="1" lang="ja-JP" altLang="en-US" dirty="0">
                <a:solidFill>
                  <a:srgbClr val="FF0000"/>
                </a:solidFill>
              </a:rPr>
              <a:t>を本当に消去しますか？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C34836C-EBDE-6A94-8435-D084695DD723}"/>
              </a:ext>
            </a:extLst>
          </p:cNvPr>
          <p:cNvSpPr/>
          <p:nvPr/>
        </p:nvSpPr>
        <p:spPr>
          <a:xfrm>
            <a:off x="116114" y="6110514"/>
            <a:ext cx="1393372" cy="5439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はい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C2C6DB5-F10A-8341-D831-DD953EF505AD}"/>
              </a:ext>
            </a:extLst>
          </p:cNvPr>
          <p:cNvSpPr/>
          <p:nvPr/>
        </p:nvSpPr>
        <p:spPr>
          <a:xfrm>
            <a:off x="1851449" y="6110514"/>
            <a:ext cx="1393372" cy="5439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いいえ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151AACBB-6297-5B38-38DC-C9A291F88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52124"/>
              </p:ext>
            </p:extLst>
          </p:nvPr>
        </p:nvGraphicFramePr>
        <p:xfrm>
          <a:off x="-14517" y="3058160"/>
          <a:ext cx="53267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874470522"/>
                    </a:ext>
                  </a:extLst>
                </a:gridCol>
                <a:gridCol w="4005944">
                  <a:extLst>
                    <a:ext uri="{9D8B030D-6E8A-4147-A177-3AD203B41FA5}">
                      <a16:colId xmlns:a16="http://schemas.microsoft.com/office/drawing/2014/main" val="3122989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</a:t>
                      </a:r>
                      <a:r>
                        <a:rPr kumimoji="1" lang="en-US" altLang="ja-JP" dirty="0"/>
                        <a:t>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部門名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81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営業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64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02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4561</TotalTime>
  <Words>446</Words>
  <Application>Microsoft Office PowerPoint</Application>
  <PresentationFormat>ワイド画面</PresentationFormat>
  <Paragraphs>154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小倉 優大</dc:creator>
  <cp:lastModifiedBy>小倉 優大</cp:lastModifiedBy>
  <cp:revision>12</cp:revision>
  <dcterms:created xsi:type="dcterms:W3CDTF">2026-05-21T07:19:47Z</dcterms:created>
  <dcterms:modified xsi:type="dcterms:W3CDTF">2026-05-24T11:21:29Z</dcterms:modified>
</cp:coreProperties>
</file>